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Bizzing is the parent brand. Bizzing Bee is the first product, not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 is deliberately about the child at 25, not the child at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8092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9235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10378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8663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9806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0949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5400000">
            <a:off x="8092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9235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10378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828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</a:t>
            </a:r>
            <a:endParaRPr lang="en-US" sz="7600" dirty="0"/>
          </a:p>
        </p:txBody>
      </p:sp>
      <p:sp>
        <p:nvSpPr>
          <p:cNvPr id="12" name="Text 10"/>
          <p:cNvSpPr/>
          <p:nvPr/>
        </p:nvSpPr>
        <p:spPr>
          <a:xfrm>
            <a:off x="640080" y="3063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learning for the children of the diaspora.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· Mission · Strategy · Product roadmap · Organisation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2926080" cy="0"/>
          </a:xfrm>
          <a:prstGeom prst="line">
            <a:avLst/>
          </a:prstGeom>
          <a:noFill/>
          <a:ln w="31750">
            <a:solidFill>
              <a:srgbClr val="6C4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team · AI-first operating model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moved countries so their child could compete.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Bizzing builds answers a worry that parent already has.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5400000">
            <a:off x="914400" y="2395728"/>
            <a:ext cx="457200" cy="457200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school is not enough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parents rarely believe the local curriculum is preparing their child for the contests, tests and admissions that actually decide outcomes.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4599432" y="2395728"/>
            <a:ext cx="457200" cy="457200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child is between two worlds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to win at an adopted country’s competitions, and to keep a language and culture that country does not teach.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 rot="5400000">
            <a:off x="8284464" y="2395728"/>
            <a:ext cx="457200" cy="457200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5" name="Text 13"/>
          <p:cNvSpPr/>
          <p:nvPr/>
        </p:nvSpPr>
        <p:spPr>
          <a:xfrm>
            <a:off x="8284464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alternatives are poor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4464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 worksheets, tutors at $60–100 an hour, or apps built for a general audience that do not understand this family at all.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212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worry is large, permanent, and currently served badly. It is the whole opportunity.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18288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128016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237744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73152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82880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292608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9692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of the diaspora walks into any room in the world already equipped to belong in it.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well at school". Equipped — with the words, the numbers and the nerve to compete anywhere, and the language and history to know where they came from.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ABOUT 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607040" cy="1234440"/>
          </a:xfrm>
          <a:prstGeom prst="roundRect">
            <a:avLst>
              <a:gd name="adj" fmla="val 1037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16002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give diaspora families world-class competitive learning — starting with words — in products children actually want to open.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 rot="5400000">
            <a:off x="640080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Competitive, not remedial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prepare children to win things, not to catch up. That is the register the parent is already in.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4325112" y="3035808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325112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25112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this family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325112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Heritage, language and diaspora context are first-class, not a localisation afterthought.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rot="5400000">
            <a:off x="8010144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5" name="Text 13"/>
          <p:cNvSpPr/>
          <p:nvPr/>
        </p:nvSpPr>
        <p:spPr>
          <a:xfrm>
            <a:off x="8010144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10144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 enough to open unprompted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010144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a child opens on their own beats a better product they have to be nagged into.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is a child who is measurably better at something their parent cares about — and who did the practice willingly.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QUESTIONS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Why, what, how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 rot="5400000">
            <a:off x="960120" y="1865376"/>
            <a:ext cx="603504" cy="603504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874520" y="1700784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Because ability is not the constraint — access is.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874520" y="212140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children are not short of talent or of parental will. They are short of good, affordable, culturally-fluent practice. Every hour a parent spends worrying is an hour we can convert into something the child enjoys.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40080" y="3054096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960120" y="3438144"/>
            <a:ext cx="603504" cy="603504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74520" y="3273552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house of competitive-learning products for ages 8–15.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1874520" y="369417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many subjects. Spelling first, because it is the contest this community already organises around. Then the adjacent word products, then heritage language, then numeracy.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640080" y="4626864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 rot="5400000">
            <a:off x="960120" y="5010912"/>
            <a:ext cx="603504" cy="603504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874520" y="4846320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AI-first, founder-run, content-owned.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1874520" y="526694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founders and no agency. The product is built with AI coding tools, the marketing is produced with AI tools, and the content bank — which is the actual moat — is generated, verified and owned in-house.</a:t>
            </a:r>
            <a:endParaRPr lang="en-US" sz="12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one contest completely, then reuse the engine.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5400000">
            <a:off x="896112" y="2267712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WEDGE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96112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Spelling bee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competition this community already organises around — and dominates. We do not have to create the demand or explain the category.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01568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3657600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BY ENGINE REUSE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0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 word products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0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reasoning, vocabulary and test prep run on the drill engine that already exists. New revenue, near-zero new infrastructure.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63056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419088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8" name="Text 16"/>
          <p:cNvSpPr/>
          <p:nvPr/>
        </p:nvSpPr>
        <p:spPr>
          <a:xfrm>
            <a:off x="6419088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19088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THE MOAT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9088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Heritage language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19088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category where the diaspora is the entire market rather than a slice of it. Hardest to copy, stickiest to own.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9180576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0576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THE HOUSE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80576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Numeracy &amp; money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180576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Finance and mental-maths extend the brand past words once the word franchise is proven.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550468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sequencing rule: order by how much of the existing engine a product reuses — not by which market is biggest.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already exists, and transfers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 is not one app. It is a content-drill engine with a spelling skin — and the engine is the company.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128,491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words, every one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aloud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84448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31,000+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84448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 questions across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themes, 5 levels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63056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45936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45936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chapters,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advanced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24544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07424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07424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illustrated books,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1,700 pages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640080" y="4014216"/>
            <a:ext cx="310896" cy="31089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39776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Transfers as-is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749040" y="39776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pipeline · adaptive progression · game layer · avatars &amp; rewards · offline delivery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640080" y="4672584"/>
            <a:ext cx="310896" cy="31089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1" name="Text 19"/>
          <p:cNvSpPr/>
          <p:nvPr/>
        </p:nvSpPr>
        <p:spPr>
          <a:xfrm>
            <a:off x="1115568" y="46360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Transfers with new content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463600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reasoning · heritage vocabulary · mental maths · financial literacy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40080" y="5330952"/>
            <a:ext cx="310896" cy="310896"/>
          </a:xfrm>
          <a:prstGeom prst="hexagon">
            <a:avLst/>
          </a:prstGeom>
          <a:solidFill>
            <a:srgbClr val="C4453C"/>
          </a:solidFill>
          <a:ln/>
        </p:spPr>
      </p:sp>
      <p:sp>
        <p:nvSpPr>
          <p:cNvPr id="24" name="Text 22"/>
          <p:cNvSpPr/>
          <p:nvPr/>
        </p:nvSpPr>
        <p:spPr>
          <a:xfrm>
            <a:off x="1115568" y="52943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not transfer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49040" y="529437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needing a solver, a rating system or a live teacher — chess, coding, music, dance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architecture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 are brands. Geography is an edition inside them — not a second brand.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709160" y="2011680"/>
            <a:ext cx="2743200" cy="777240"/>
          </a:xfrm>
          <a:prstGeom prst="roundRect">
            <a:avLst>
              <a:gd name="adj" fmla="val 16471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4709160" y="20116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80760" y="2788920"/>
            <a:ext cx="0" cy="384048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3172968"/>
            <a:ext cx="9326880" cy="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93392" y="3172968"/>
            <a:ext cx="0" cy="36576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38728"/>
            <a:ext cx="2414016" cy="1481328"/>
          </a:xfrm>
          <a:prstGeom prst="roundRect">
            <a:avLst>
              <a:gd name="adj" fmla="val 8642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9264" y="371246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69264" y="409651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9264" y="4498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14" name="Text 12"/>
          <p:cNvSpPr/>
          <p:nvPr/>
        </p:nvSpPr>
        <p:spPr>
          <a:xfrm>
            <a:off x="969264" y="44988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36592" y="3172968"/>
            <a:ext cx="0" cy="36576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9584" y="3538728"/>
            <a:ext cx="2414016" cy="1481328"/>
          </a:xfrm>
          <a:prstGeom prst="roundRect">
            <a:avLst>
              <a:gd name="adj" fmla="val 8642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12464" y="371246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Eleven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712464" y="409651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11+ verbal reasoning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12464" y="4498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20" name="Text 18"/>
          <p:cNvSpPr/>
          <p:nvPr/>
        </p:nvSpPr>
        <p:spPr>
          <a:xfrm>
            <a:off x="3712464" y="44988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79792" y="3172968"/>
            <a:ext cx="0" cy="36576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38728"/>
            <a:ext cx="2414016" cy="1481328"/>
          </a:xfrm>
          <a:prstGeom prst="roundRect">
            <a:avLst>
              <a:gd name="adj" fmla="val 8642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55664" y="371246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Bhasha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455664" y="409651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languages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55664" y="4498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26" name="Text 24"/>
          <p:cNvSpPr/>
          <p:nvPr/>
        </p:nvSpPr>
        <p:spPr>
          <a:xfrm>
            <a:off x="6455664" y="44988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0222992" y="3172968"/>
            <a:ext cx="0" cy="36576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15984" y="3538728"/>
            <a:ext cx="2414016" cy="1481328"/>
          </a:xfrm>
          <a:prstGeom prst="roundRect">
            <a:avLst>
              <a:gd name="adj" fmla="val 8642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198864" y="371246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Finance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98864" y="409651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numeracy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198864" y="4498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32" name="Text 30"/>
          <p:cNvSpPr/>
          <p:nvPr/>
        </p:nvSpPr>
        <p:spPr>
          <a:xfrm>
            <a:off x="9198864" y="44988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" y="53492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caution: "Bizzing Finance" is a subject, "Bizzing India" is a place. Mixing the two axes makes "Bizzing Hindi" ambiguous — language product, or India edition? Settle it now, while it is cheap.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HORIZONS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roadmap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410712" cy="4160520"/>
          </a:xfrm>
          <a:prstGeom prst="roundRect">
            <a:avLst>
              <a:gd name="adj" fmla="val 375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7556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96112" y="2212848"/>
            <a:ext cx="2898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wedge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27432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 to paid conversion at a repeatable CAC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documentary channel as top-of-funnel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Champions avatar pack + merch test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accounts &amp; cloud backup live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508760"/>
            <a:ext cx="3410712" cy="416052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508760"/>
            <a:ext cx="3410712" cy="416052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81144" y="17556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12" name="Text 10"/>
          <p:cNvSpPr/>
          <p:nvPr/>
        </p:nvSpPr>
        <p:spPr>
          <a:xfrm>
            <a:off x="4581144" y="17556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81144" y="2212848"/>
            <a:ext cx="2898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 the engine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27432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Eleven — 11+ verbal reasoning, UK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Finance to first paying cohort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gifted &amp; selective-entry verbal item bank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account across products, one subscription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10144" y="1508760"/>
            <a:ext cx="3410712" cy="416052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10144" y="1508760"/>
            <a:ext cx="3410712" cy="416052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66176" y="17556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7556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66176" y="2212848"/>
            <a:ext cx="2898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category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02752" y="27432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Bhasha — Hindi first, then Tamil &amp; Telugu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Pronunciation scoring (needs speech recognition)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and community partnerships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as the diaspora learning house, not one app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TEAM IS BUILT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co-founders run separate, clearly-owned lanes. Joint decisions are made at founder level. The third role is advisory and sits on top as a brand asset, not an operating function.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0" y="2148840"/>
            <a:ext cx="3200400" cy="658368"/>
          </a:xfrm>
          <a:prstGeom prst="roundRect">
            <a:avLst>
              <a:gd name="adj" fmla="val 19444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4480560" y="214884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GROUP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budget · brand direction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3127248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3456432"/>
            <a:ext cx="6675120" cy="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 rot="5400000">
            <a:off x="2020824" y="3931920"/>
            <a:ext cx="402336" cy="40233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Aayush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2082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CPTO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2082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engineering · architecture · roadmap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9496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 rot="5400000">
            <a:off x="5541264" y="3931920"/>
            <a:ext cx="402336" cy="402336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Amrita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54126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4126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· growth · pricing · merch · voice of customer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78408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1540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 rot="5400000">
            <a:off x="9061704" y="3931920"/>
            <a:ext cx="402336" cy="40233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25" name="Text 23"/>
          <p:cNvSpPr/>
          <p:nvPr/>
        </p:nvSpPr>
        <p:spPr>
          <a:xfrm>
            <a:off x="955548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Ahana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170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Kid Officer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6170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 · usability · ambassador (advisory)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principle: each lane decides independently inside its own scope. Product decisions do not route through marketing, and brand decisions do not route through engineering.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Aayush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Chief Product and Technology Officer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what Bizzing is, how it is built, and what ships next. Built the full web app AI-first — directing AI coding tools rather than hand-writing code — and runs product and engineering the same way.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 and prioritisation across every Bizzing product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architecture, infrastructure, technical quality and security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user feedback into shipped improvements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and adopting AI tooling that improves build speed or quality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generation pipelines — the word bank, question bank and audio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rate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 per month against roadmap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Crash-free sessions; boot time held under 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reuse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a new product built from existing components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5400000">
            <a:off x="6949440" y="5056632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50109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240" y="50109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usability findings actioned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pricing and channel decisions route through the CMO.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Amrita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Chief Marketing and Growth Officer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everything that gets a family to discover Bizzing, decide to trust it, and want to buy something with the logo on it. Run AI-first and deliberately lean: no agency, no editorial headcount.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strategy — positioning, voice, visual identity, messaging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marketing — Meta and Google; owns CAC, ROAS and budget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analytics — AI-built dashboards for funnel, cohort and channel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and video, produced in-house with AI tools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merch, events, influencer partnerships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 — structured feedback and usability sessions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qualified traffic growth; CAC down per channel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efficiency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target per platform; spend within budget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Free-to-paid rate; merch attach rate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5400000">
            <a:off x="6949440" y="5056632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50109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240" y="50109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produced in-house; $0 on external editors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engineering roadmap and final call on features sit with the CPTO.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Ahana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Kid Officer — honorary and advisory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Bizzing exists and its most credible voice. Represents the real end user: tests the app as part of her own bee preparation, says plainly what is fun, boring, confusing or broken.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app for her own spelling preparation and gives honest feedback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Tries new features first in usability sessions and reacts candidly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kid-appropriate marketing, always with a parent involved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term: hosts beginner spelling sessions to build community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quality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usable notes, not "it’s good"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Ambassador content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Genuine, comfortable approved appearances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generated by beginner sessions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employment position. Schoolwork, her own bee prep and her own projects take priority.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90068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99212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108356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94640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03784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2928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685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DECIDE NEXT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051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open questions, in the order they block work.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 rot="5400000">
            <a:off x="640080" y="2084832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2011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axis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20116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sub-brands subjects or geographies? Everything downstream — domains, marks, roadmap naming — waits on this.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640080" y="3054096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07008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product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298094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Eleven is the fastest to ship because the engine already does it. Bizzing Bhasha is the more valuable business. Which first?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 rot="5400000">
            <a:off x="640080" y="4023360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07008" y="39502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Monetisation shape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57600" y="395020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subscription across the house, or a price per product? Decide before the second product exists, not after.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 rot="5400000">
            <a:off x="640080" y="4992624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07008" y="4919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&amp; filings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57600" y="49194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LLC, trademark filings, and the child-performer question before any paid appearance by the CKO.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· bizzingbee.com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Bizzing — Vision, Strategy &amp; Organisation</dc:title>
  <dc:subject>PptxGenJS Presentation</dc:subject>
  <dc:creator>Bizzing</dc:creator>
  <cp:lastModifiedBy>Bizzing</cp:lastModifiedBy>
  <cp:revision>1</cp:revision>
  <dcterms:created xsi:type="dcterms:W3CDTF">2026-08-23T00:00:28Z</dcterms:created>
  <dcterms:modified xsi:type="dcterms:W3CDTF">2026-08-23T00:00:28Z</dcterms:modified>
</cp:coreProperties>
</file>